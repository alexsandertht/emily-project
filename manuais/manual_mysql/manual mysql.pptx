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924B9-C9F1-4637-A33F-2587F2346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A17290-0241-47C1-8A44-14C08EB3A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A691B8-049C-43AE-9F12-0120308A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EA23E6-0E7A-43E4-A5C8-B7FF7F64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8F2BED-9411-477C-99A4-9A49C415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391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30A2F-0DC6-436C-98FB-3C7D181A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D463A3-7F7E-4A85-BF60-27217841D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515CDE-3158-4D74-85A9-7E3C3766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6C730-DD60-4733-B831-28DCEFD2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F8FD35-C900-4284-BA3D-955DDF1A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31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64C95-087C-49CB-BF4E-6A902675F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60C364-87CB-44A0-AB47-D6E3507C0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583EE5-BD1B-45E0-BD1E-A019D868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2D1436-9853-4C24-A4ED-10E70EC3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3AD3B2-FC57-46B1-9913-373D0507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903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E5EC7-0ECF-4CD9-B92E-49F3EA70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E886C0-C14F-4064-A57A-6E8C70B20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0DF185-C5BD-49D1-83E2-6B0A6575C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6B4CEC-E878-4A80-986A-74AFDB227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7F37F1-D429-471A-8E3C-D6DE06BC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DE050C-E475-4F82-900E-6D9525DC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67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B8F60-D4F1-42EA-A305-027CC865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5D8426-73FA-4BB8-8913-59E74D133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2CEBCE-4594-4D1B-ABA5-AEC15D290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DC48F4-1B3F-46AF-B27F-C2F0E085F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67343D-00C3-4583-B389-3BB70F22B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7524D17-D5A5-4673-8BEA-1822D764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98480C4-12D9-4005-8D7B-DB7FB0A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30AFDCB-DD41-45BB-AC2C-1DBDF3E7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03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9D0D1-6AC9-4B1C-AD90-50CBACC0C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795DE04-812A-4F9A-8F1B-C6934AFE7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060461-EED3-4C33-8287-9B965817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0AFDFD5-BD06-45B2-A218-33F9A3CDA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48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D32497A-B8E9-4419-BD3E-BC421141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E9D620-07EA-49D1-967E-FA304081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32EED-F45A-4339-8A04-810E100A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827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BF94E-A1B4-47E4-A540-1EA53CBE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521B6-6144-4944-92E8-CA14263C9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1C5475-E0CC-47A5-B3C0-A2542240E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B8EB51-DE61-4E19-A026-C047734B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56E547-C3C0-4D20-9B36-B07CDC08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C47B79-4950-45A9-85E3-9CD60FDF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804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5BD3A-4359-4D5E-9C20-CDB8AFBF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3C9448-82DF-47E7-9E94-98C38FCD4C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1234AF2-9FC5-4A5A-9F86-1A04D71E8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2B07B8-D8B0-430D-B465-5952B321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CCB3DE-056A-4926-AB7D-E3C1DD9A8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EE9E1D-F791-42DB-922B-48E4118CC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18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7D85F-DF6D-4D1D-9D2C-3D113A69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7183E4-215F-4063-AB5C-F3D31CD09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B6400-A24A-4871-AFEA-4703A257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F8F608-5E6E-43C1-A490-819F5FB2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00216F-7A38-4D3F-9DD6-183262BA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493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5D1B38-3646-4299-B396-7D6619532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E75E937-EB70-47DD-A01D-D5C59662C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9CA7F5-4B8C-486C-9BD0-02DBF3F5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21B7F-C4A3-4690-8A37-DA505E66A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02CEDD-FF83-4BD4-B9D0-13E08A09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98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02CE3BB-9B6D-445F-8F16-B3279C93A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AF4C4E-7FED-4313-82E5-EBA7AA4D8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9724F5-F24B-4949-AB3D-C355DB536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8D3EE-A294-4652-AC47-BCF5723D1CA4}" type="datetimeFigureOut">
              <a:rPr lang="pt-BR" smtClean="0"/>
              <a:t>06/09/2019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4A2B28-8A9B-40B1-BFB8-50F463DCB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437FD6-1A2C-4EAE-8E04-7BEFD39CEF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7EA8F-12D4-40F7-80B5-E59B93B4CD9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4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E0A246B6-53C6-4B5E-90CC-D8C90B0AF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250" y="643466"/>
            <a:ext cx="5487500" cy="5571067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98B5AA13-990D-494C-BE72-B28FA15DC92A}"/>
              </a:ext>
            </a:extLst>
          </p:cNvPr>
          <p:cNvSpPr/>
          <p:nvPr/>
        </p:nvSpPr>
        <p:spPr>
          <a:xfrm rot="13523992">
            <a:off x="8180807" y="2255442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AA4509D-9C70-4A9D-9CCF-E7E9312ABA32}"/>
              </a:ext>
            </a:extLst>
          </p:cNvPr>
          <p:cNvSpPr txBox="1"/>
          <p:nvPr/>
        </p:nvSpPr>
        <p:spPr>
          <a:xfrm>
            <a:off x="3553509" y="6214533"/>
            <a:ext cx="508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https://dev.mysql.com/downloads/connector/odbc/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540FCFE-DE5B-4BB2-855F-79412A71FF52}"/>
              </a:ext>
            </a:extLst>
          </p:cNvPr>
          <p:cNvSpPr txBox="1"/>
          <p:nvPr/>
        </p:nvSpPr>
        <p:spPr>
          <a:xfrm>
            <a:off x="3446332" y="274134"/>
            <a:ext cx="535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Entrar no site da MySQL e selecionar </a:t>
            </a:r>
            <a:r>
              <a:rPr lang="pt-BR" dirty="0" err="1"/>
              <a:t>previous</a:t>
            </a:r>
            <a:r>
              <a:rPr lang="pt-BR" dirty="0"/>
              <a:t> </a:t>
            </a:r>
            <a:r>
              <a:rPr lang="pt-BR" dirty="0" err="1"/>
              <a:t>versions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231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BD35763C-4849-4B42-A1E2-A784B883A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03" y="643466"/>
            <a:ext cx="7142393" cy="55710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FECABFA-B26B-4048-B720-2EB0AA2346E7}"/>
              </a:ext>
            </a:extLst>
          </p:cNvPr>
          <p:cNvSpPr txBox="1"/>
          <p:nvPr/>
        </p:nvSpPr>
        <p:spPr>
          <a:xfrm>
            <a:off x="4690229" y="274134"/>
            <a:ext cx="2811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Clicar na opção de versões.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E2ECE36C-0E06-44F3-A160-A5417A52BB85}"/>
              </a:ext>
            </a:extLst>
          </p:cNvPr>
          <p:cNvSpPr/>
          <p:nvPr/>
        </p:nvSpPr>
        <p:spPr>
          <a:xfrm rot="13523992">
            <a:off x="6678578" y="2833940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51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2AD58E68-E4EF-45CC-85A0-D934D2AFA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03" y="643466"/>
            <a:ext cx="7142393" cy="5571067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5128F995-845F-47D5-AEE5-130692C59CDA}"/>
              </a:ext>
            </a:extLst>
          </p:cNvPr>
          <p:cNvSpPr/>
          <p:nvPr/>
        </p:nvSpPr>
        <p:spPr>
          <a:xfrm rot="13523992">
            <a:off x="6575940" y="3179173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0EF3D4-B724-40B4-B43C-24CA78F808F8}"/>
              </a:ext>
            </a:extLst>
          </p:cNvPr>
          <p:cNvSpPr txBox="1"/>
          <p:nvPr/>
        </p:nvSpPr>
        <p:spPr>
          <a:xfrm>
            <a:off x="4720782" y="274134"/>
            <a:ext cx="2750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o driver 3.51.30.</a:t>
            </a:r>
          </a:p>
        </p:txBody>
      </p:sp>
    </p:spTree>
    <p:extLst>
      <p:ext uri="{BB962C8B-B14F-4D97-AF65-F5344CB8AC3E}">
        <p14:creationId xmlns:p14="http://schemas.microsoft.com/office/powerpoint/2010/main" val="281490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824031C7-6C40-49EA-ADA9-7F2599056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803" y="643466"/>
            <a:ext cx="7142393" cy="5571067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9ADB3CE3-8E46-4828-ACAF-CC2E4354C01F}"/>
              </a:ext>
            </a:extLst>
          </p:cNvPr>
          <p:cNvSpPr/>
          <p:nvPr/>
        </p:nvSpPr>
        <p:spPr>
          <a:xfrm rot="13523992">
            <a:off x="9327710" y="4403793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449CE8-D561-4B57-BD46-21F07A861D66}"/>
              </a:ext>
            </a:extLst>
          </p:cNvPr>
          <p:cNvSpPr txBox="1"/>
          <p:nvPr/>
        </p:nvSpPr>
        <p:spPr>
          <a:xfrm>
            <a:off x="4039218" y="274134"/>
            <a:ext cx="411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Fazer o download do MSI Installer 64-bits.</a:t>
            </a:r>
          </a:p>
        </p:txBody>
      </p:sp>
    </p:spTree>
    <p:extLst>
      <p:ext uri="{BB962C8B-B14F-4D97-AF65-F5344CB8AC3E}">
        <p14:creationId xmlns:p14="http://schemas.microsoft.com/office/powerpoint/2010/main" val="235456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9578F8C-9BC6-4517-A648-9D533F33C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1644" y="643466"/>
            <a:ext cx="5988711" cy="5571067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F78D602-0E89-4030-82DC-3F5E76A2DEFA}"/>
              </a:ext>
            </a:extLst>
          </p:cNvPr>
          <p:cNvSpPr/>
          <p:nvPr/>
        </p:nvSpPr>
        <p:spPr>
          <a:xfrm rot="13523992">
            <a:off x="5051571" y="479807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A282B4-0E82-44F3-93E9-E0223011D536}"/>
              </a:ext>
            </a:extLst>
          </p:cNvPr>
          <p:cNvSpPr txBox="1"/>
          <p:nvPr/>
        </p:nvSpPr>
        <p:spPr>
          <a:xfrm>
            <a:off x="4647333" y="274134"/>
            <a:ext cx="2897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Clicar em iniciar o download.</a:t>
            </a:r>
          </a:p>
        </p:txBody>
      </p:sp>
    </p:spTree>
    <p:extLst>
      <p:ext uri="{BB962C8B-B14F-4D97-AF65-F5344CB8AC3E}">
        <p14:creationId xmlns:p14="http://schemas.microsoft.com/office/powerpoint/2010/main" val="2407056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F88896A-F076-412E-8DB1-47A23C64C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24" y="643466"/>
            <a:ext cx="7330352" cy="5571067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391E6341-08B2-44BF-A315-83EB41260A2D}"/>
              </a:ext>
            </a:extLst>
          </p:cNvPr>
          <p:cNvSpPr/>
          <p:nvPr/>
        </p:nvSpPr>
        <p:spPr>
          <a:xfrm rot="13523992">
            <a:off x="7852635" y="597835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D4E977-0542-418F-8F88-FBF4BDD04A7A}"/>
              </a:ext>
            </a:extLst>
          </p:cNvPr>
          <p:cNvSpPr txBox="1"/>
          <p:nvPr/>
        </p:nvSpPr>
        <p:spPr>
          <a:xfrm>
            <a:off x="3345535" y="273788"/>
            <a:ext cx="550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Após o download executar o instalador e clicar em Next. </a:t>
            </a:r>
          </a:p>
        </p:txBody>
      </p:sp>
    </p:spTree>
    <p:extLst>
      <p:ext uri="{BB962C8B-B14F-4D97-AF65-F5344CB8AC3E}">
        <p14:creationId xmlns:p14="http://schemas.microsoft.com/office/powerpoint/2010/main" val="3026677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5D7125A8-5939-4122-9533-C27F7F732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802" y="643466"/>
            <a:ext cx="7354396" cy="5571067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7E48ED70-2B28-45EF-902C-6A04FA07CBF7}"/>
              </a:ext>
            </a:extLst>
          </p:cNvPr>
          <p:cNvSpPr/>
          <p:nvPr/>
        </p:nvSpPr>
        <p:spPr>
          <a:xfrm rot="13523992">
            <a:off x="7852635" y="5895812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0BF729-9CD5-434F-9E0E-2F7A54CAF890}"/>
              </a:ext>
            </a:extLst>
          </p:cNvPr>
          <p:cNvSpPr txBox="1"/>
          <p:nvPr/>
        </p:nvSpPr>
        <p:spPr>
          <a:xfrm>
            <a:off x="4347155" y="274134"/>
            <a:ext cx="349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Aceitar os termos e clicar em Next. 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08702D4-61EE-4C72-8560-FE008CD16073}"/>
              </a:ext>
            </a:extLst>
          </p:cNvPr>
          <p:cNvSpPr/>
          <p:nvPr/>
        </p:nvSpPr>
        <p:spPr>
          <a:xfrm rot="19046685">
            <a:off x="2398096" y="4848588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15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25BD8449-9EFA-4DA0-BEED-A8ECF0EE7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853" y="643466"/>
            <a:ext cx="7320293" cy="5571067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EFB054E6-B0A7-4F0C-8C34-CB129ECA6DD4}"/>
              </a:ext>
            </a:extLst>
          </p:cNvPr>
          <p:cNvSpPr/>
          <p:nvPr/>
        </p:nvSpPr>
        <p:spPr>
          <a:xfrm rot="13523992">
            <a:off x="8001925" y="597045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1DC2D6-4A6D-46DC-943B-5A001305E513}"/>
              </a:ext>
            </a:extLst>
          </p:cNvPr>
          <p:cNvSpPr txBox="1"/>
          <p:nvPr/>
        </p:nvSpPr>
        <p:spPr>
          <a:xfrm>
            <a:off x="4347154" y="274134"/>
            <a:ext cx="349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Selecionar </a:t>
            </a:r>
            <a:r>
              <a:rPr lang="pt-BR" dirty="0" err="1"/>
              <a:t>typical</a:t>
            </a:r>
            <a:r>
              <a:rPr lang="pt-BR" dirty="0"/>
              <a:t> e clicar em Next. </a:t>
            </a:r>
          </a:p>
        </p:txBody>
      </p:sp>
    </p:spTree>
    <p:extLst>
      <p:ext uri="{BB962C8B-B14F-4D97-AF65-F5344CB8AC3E}">
        <p14:creationId xmlns:p14="http://schemas.microsoft.com/office/powerpoint/2010/main" val="32387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08C10E3-EE62-4ED9-960F-CE623A398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0444" y="643120"/>
            <a:ext cx="7311111" cy="55710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BA6FACF-FF82-46C4-BF14-A9A685DC0C6E}"/>
              </a:ext>
            </a:extLst>
          </p:cNvPr>
          <p:cNvSpPr txBox="1"/>
          <p:nvPr/>
        </p:nvSpPr>
        <p:spPr>
          <a:xfrm>
            <a:off x="5209026" y="273788"/>
            <a:ext cx="1773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Clicar em </a:t>
            </a:r>
            <a:r>
              <a:rPr lang="pt-BR" dirty="0" err="1"/>
              <a:t>Install</a:t>
            </a:r>
            <a:r>
              <a:rPr lang="pt-BR" dirty="0"/>
              <a:t>. 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602A0C6D-89E6-4792-8D0A-1456970BA6F4}"/>
              </a:ext>
            </a:extLst>
          </p:cNvPr>
          <p:cNvSpPr/>
          <p:nvPr/>
        </p:nvSpPr>
        <p:spPr>
          <a:xfrm rot="13523992">
            <a:off x="8001925" y="597045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639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B11605BF-FA19-4555-AC27-33F26103A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824" y="643466"/>
            <a:ext cx="7330352" cy="55710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5E239DD-F453-4D8A-91F9-A1F55329B845}"/>
              </a:ext>
            </a:extLst>
          </p:cNvPr>
          <p:cNvSpPr txBox="1"/>
          <p:nvPr/>
        </p:nvSpPr>
        <p:spPr>
          <a:xfrm>
            <a:off x="4005620" y="274134"/>
            <a:ext cx="4180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Clicar em </a:t>
            </a:r>
            <a:r>
              <a:rPr lang="pt-BR" dirty="0" err="1"/>
              <a:t>Finish</a:t>
            </a:r>
            <a:r>
              <a:rPr lang="pt-BR" dirty="0"/>
              <a:t> para finalizar a instalação. 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1661BF05-1CE1-4A25-BD68-32F25CA5EE3B}"/>
              </a:ext>
            </a:extLst>
          </p:cNvPr>
          <p:cNvSpPr/>
          <p:nvPr/>
        </p:nvSpPr>
        <p:spPr>
          <a:xfrm rot="13523992">
            <a:off x="8001925" y="5970457"/>
            <a:ext cx="293614" cy="25167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7953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87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Gustavo Schitz da Rocha</dc:creator>
  <cp:lastModifiedBy>MIC-314</cp:lastModifiedBy>
  <cp:revision>16</cp:revision>
  <dcterms:created xsi:type="dcterms:W3CDTF">2019-09-04T18:24:49Z</dcterms:created>
  <dcterms:modified xsi:type="dcterms:W3CDTF">2019-09-06T20:53:38Z</dcterms:modified>
</cp:coreProperties>
</file>