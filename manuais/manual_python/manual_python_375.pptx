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824E91-153A-4DD4-AD5D-B6E0817E2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D5C790-A1B7-43D3-9353-96F968577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44B8F2-CA18-4F3D-AC5F-ABA40AD39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3AA-971C-4555-9845-6B28DA3430E2}" type="datetimeFigureOut">
              <a:rPr lang="pt-BR" smtClean="0"/>
              <a:t>20/01/2020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81F3EB-3EA0-43EE-8E29-CC796B117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CF11EB-B40A-4980-9ED0-806DDB0C1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B82-F94C-4555-A583-153698652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9870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1A6D39-6A95-47EB-B66B-147C96956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140BAA-462D-4AD2-8CEC-74DEE1DCF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C0E04F-4484-4FB7-86F3-F29C9C450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3AA-971C-4555-9845-6B28DA3430E2}" type="datetimeFigureOut">
              <a:rPr lang="pt-BR" smtClean="0"/>
              <a:t>20/01/2020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C4DED1-A751-4AD7-8E53-9E5592F0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6F9BA9-E691-49C8-919F-AAFF0FAC1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B82-F94C-4555-A583-153698652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376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32337-1E41-4D24-8367-4F596A580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A0B6F5-D5B7-4EDD-A717-0C70DCB12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6B7F43-28F2-4E11-8A01-DBC9D8C4A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3AA-971C-4555-9845-6B28DA3430E2}" type="datetimeFigureOut">
              <a:rPr lang="pt-BR" smtClean="0"/>
              <a:t>20/01/2020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845BD5-AAF2-402F-99B9-268AF11C1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BE8FEE-7D67-45F4-8A36-74D66BE3C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B82-F94C-4555-A583-153698652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3572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60359D-0458-4254-B772-DBBA21ECC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86E3E8-870C-4D5C-AB4E-A9107C356F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D921361-C79C-446F-A71A-9BB81A7A5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238C31-CDDC-44D3-B492-8CA203D9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3AA-971C-4555-9845-6B28DA3430E2}" type="datetimeFigureOut">
              <a:rPr lang="pt-BR" smtClean="0"/>
              <a:t>20/01/2020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3F5FD7-4781-48CE-87C4-73717A29A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3FC36A-4111-4BE7-81FD-0B77BBBB2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B82-F94C-4555-A583-153698652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8995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38E37-3515-4E3B-B5AC-F6EA6474E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4E1725-C33D-409B-876B-98C7571B3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8E37E9-E12F-4569-ACB8-3730E43C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EAE8C26-A8FF-445B-AC0D-3DAF492F0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7543859-4495-4CF8-A738-824B5D9685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233E78A-2E40-4967-A0A7-787026D94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3AA-971C-4555-9845-6B28DA3430E2}" type="datetimeFigureOut">
              <a:rPr lang="pt-BR" smtClean="0"/>
              <a:t>20/01/2020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418A71C-DFB1-4210-9201-28D7E1423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CD60E5B-C3B8-4400-89D8-7B4AC39C6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B82-F94C-4555-A583-153698652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6281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098E0-56EF-42CE-A76E-55EBE1123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274C36B-49B3-4871-B981-C8E4807E4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3AA-971C-4555-9845-6B28DA3430E2}" type="datetimeFigureOut">
              <a:rPr lang="pt-BR" smtClean="0"/>
              <a:t>20/01/2020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FACA0BE-B93E-4D45-8228-69480474E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391CCB9-0B34-4E9E-920D-27F13005F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B82-F94C-4555-A583-153698652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726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D5D2EED-156A-4FE3-8C5C-D0176AE79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3AA-971C-4555-9845-6B28DA3430E2}" type="datetimeFigureOut">
              <a:rPr lang="pt-BR" smtClean="0"/>
              <a:t>20/01/2020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8CBDA7-A528-476C-92C0-BAC330A52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747EEFA-05D7-45F4-81E7-2E4F2BFCB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B82-F94C-4555-A583-153698652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8147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D38CFC-A26E-4B74-A149-790CDE90F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634647-AA70-460F-991F-E315D6015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599390B-B2D8-459B-947F-F76F91C67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0CFCE0-770B-4C65-9A09-CBEF629A7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3AA-971C-4555-9845-6B28DA3430E2}" type="datetimeFigureOut">
              <a:rPr lang="pt-BR" smtClean="0"/>
              <a:t>20/01/2020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D7D05A-E783-49E9-8447-01332126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880BB2-FB68-4AB1-804A-F46CB7C93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B82-F94C-4555-A583-153698652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67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069AA-7863-4D83-BB83-BDDDFD5A5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00AF21F-1489-4AAA-AE4B-9FC73B57D6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6C88B5-B428-43B0-81EB-17C5BB108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61F4C0-2E14-4E99-B0FE-36A1495F1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3AA-971C-4555-9845-6B28DA3430E2}" type="datetimeFigureOut">
              <a:rPr lang="pt-BR" smtClean="0"/>
              <a:t>20/01/2020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7750B82-4245-4DF2-9691-A6FE0FD16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9A9A9A-4C20-4CDA-A351-EDF3164BE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B82-F94C-4555-A583-153698652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2738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4ECB2-59F0-42C4-BD80-647A26ED9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CBCE2C2-3AED-4BAB-BA21-55E030210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F01511-B1A2-41CD-9A1B-9CA19419B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3AA-971C-4555-9845-6B28DA3430E2}" type="datetimeFigureOut">
              <a:rPr lang="pt-BR" smtClean="0"/>
              <a:t>20/01/2020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C42DDB-8F54-4BE5-9021-C97D901C8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B5CC58-67C7-4474-B316-AD5AE910C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B82-F94C-4555-A583-153698652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6263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1920F3-564D-4875-8907-54FCEEDB61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0BE672-CF50-4AD3-A253-AB410F522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1F94AF-AF0B-453A-B12C-A939A390E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3AA-971C-4555-9845-6B28DA3430E2}" type="datetimeFigureOut">
              <a:rPr lang="pt-BR" smtClean="0"/>
              <a:t>20/01/2020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E62A43-8045-45F2-8932-F31E2B05D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2DF91C-1CFD-4911-982E-9080F839D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B82-F94C-4555-A583-153698652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812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BCE7D2A-8CBE-4D2F-BAD1-D068BF0E8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4FD7CE-8BDA-4762-A3CA-EB98370B7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E55EC9-9905-42E1-A0B1-CFE1E9F95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873AA-971C-4555-9845-6B28DA3430E2}" type="datetimeFigureOut">
              <a:rPr lang="pt-BR" smtClean="0"/>
              <a:t>20/01/2020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D82220-3DCC-422C-8F6D-B81724CC73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A04016-542E-4B59-8409-F235A3610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BFB82-F94C-4555-A583-153698652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8703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FA32247-1EE0-4043-94EE-AB3EB440E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467" y="1097474"/>
            <a:ext cx="10905066" cy="4663051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D9DCB8BF-8007-4F31-8934-AE3F66D555CB}"/>
              </a:ext>
            </a:extLst>
          </p:cNvPr>
          <p:cNvSpPr txBox="1"/>
          <p:nvPr/>
        </p:nvSpPr>
        <p:spPr>
          <a:xfrm>
            <a:off x="3287486" y="5937165"/>
            <a:ext cx="5617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https://www.python.org/downloads/release/python-375/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820ED11-8A43-489A-B326-F8D569D61EB2}"/>
              </a:ext>
            </a:extLst>
          </p:cNvPr>
          <p:cNvSpPr txBox="1"/>
          <p:nvPr/>
        </p:nvSpPr>
        <p:spPr>
          <a:xfrm>
            <a:off x="2488941" y="366836"/>
            <a:ext cx="7214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Acessar o link, rolar até as opções de download e baixar o instalador 64bits</a:t>
            </a:r>
          </a:p>
        </p:txBody>
      </p:sp>
      <p:sp>
        <p:nvSpPr>
          <p:cNvPr id="12" name="Seta: para Cima 11">
            <a:extLst>
              <a:ext uri="{FF2B5EF4-FFF2-40B4-BE49-F238E27FC236}">
                <a16:creationId xmlns:a16="http://schemas.microsoft.com/office/drawing/2014/main" id="{C163BA60-DC8E-4677-8801-E2FF797C9996}"/>
              </a:ext>
            </a:extLst>
          </p:cNvPr>
          <p:cNvSpPr/>
          <p:nvPr/>
        </p:nvSpPr>
        <p:spPr>
          <a:xfrm rot="17822799">
            <a:off x="3673417" y="4660793"/>
            <a:ext cx="283141" cy="372801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3231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1F27FC3E-BD63-42B9-966B-07F366A03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4794" y="643466"/>
            <a:ext cx="9022411" cy="5571067"/>
          </a:xfrm>
          <a:prstGeom prst="rect">
            <a:avLst/>
          </a:prstGeom>
        </p:spPr>
      </p:pic>
      <p:sp>
        <p:nvSpPr>
          <p:cNvPr id="6" name="Seta: para Cima 5">
            <a:extLst>
              <a:ext uri="{FF2B5EF4-FFF2-40B4-BE49-F238E27FC236}">
                <a16:creationId xmlns:a16="http://schemas.microsoft.com/office/drawing/2014/main" id="{B3F89187-D128-4001-B986-53C2DAED37D0}"/>
              </a:ext>
            </a:extLst>
          </p:cNvPr>
          <p:cNvSpPr/>
          <p:nvPr/>
        </p:nvSpPr>
        <p:spPr>
          <a:xfrm rot="17822799">
            <a:off x="4300708" y="5817286"/>
            <a:ext cx="283141" cy="372801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Cima 7">
            <a:extLst>
              <a:ext uri="{FF2B5EF4-FFF2-40B4-BE49-F238E27FC236}">
                <a16:creationId xmlns:a16="http://schemas.microsoft.com/office/drawing/2014/main" id="{C6FDB7A6-C465-4893-ABC3-C1730160271D}"/>
              </a:ext>
            </a:extLst>
          </p:cNvPr>
          <p:cNvSpPr/>
          <p:nvPr/>
        </p:nvSpPr>
        <p:spPr>
          <a:xfrm rot="17822799">
            <a:off x="5651336" y="2598127"/>
            <a:ext cx="283141" cy="372801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64E59FD-0CBB-4B7B-BA68-8AF0D19C7AB2}"/>
              </a:ext>
            </a:extLst>
          </p:cNvPr>
          <p:cNvSpPr txBox="1"/>
          <p:nvPr/>
        </p:nvSpPr>
        <p:spPr>
          <a:xfrm>
            <a:off x="4193168" y="274133"/>
            <a:ext cx="2738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Marcar as opções e Instalar</a:t>
            </a:r>
          </a:p>
        </p:txBody>
      </p:sp>
    </p:spTree>
    <p:extLst>
      <p:ext uri="{BB962C8B-B14F-4D97-AF65-F5344CB8AC3E}">
        <p14:creationId xmlns:p14="http://schemas.microsoft.com/office/powerpoint/2010/main" val="3224051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C6B827EB-C5E4-482F-AC63-FB7DEECD7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4794" y="643466"/>
            <a:ext cx="9022411" cy="5571067"/>
          </a:xfrm>
          <a:prstGeom prst="rect">
            <a:avLst/>
          </a:prstGeom>
        </p:spPr>
      </p:pic>
      <p:sp>
        <p:nvSpPr>
          <p:cNvPr id="6" name="Seta: para Cima 5">
            <a:extLst>
              <a:ext uri="{FF2B5EF4-FFF2-40B4-BE49-F238E27FC236}">
                <a16:creationId xmlns:a16="http://schemas.microsoft.com/office/drawing/2014/main" id="{742E05FE-0878-430A-8963-35DCC3AE1731}"/>
              </a:ext>
            </a:extLst>
          </p:cNvPr>
          <p:cNvSpPr/>
          <p:nvPr/>
        </p:nvSpPr>
        <p:spPr>
          <a:xfrm rot="17822799">
            <a:off x="10253363" y="5817284"/>
            <a:ext cx="283141" cy="372801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36825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34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MIC-314</dc:creator>
  <cp:lastModifiedBy>MIC-314</cp:lastModifiedBy>
  <cp:revision>4</cp:revision>
  <dcterms:created xsi:type="dcterms:W3CDTF">2020-01-20T16:37:14Z</dcterms:created>
  <dcterms:modified xsi:type="dcterms:W3CDTF">2020-01-20T18:15:07Z</dcterms:modified>
</cp:coreProperties>
</file>