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396B4-5BBE-4F11-89E7-149B9BAC9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2D9BFF-5BCA-4087-A832-DE2076272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DC53BF-A3FA-49CA-BDD2-390897F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2BA638-C310-44A3-BB31-83478473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F3C23A-933C-4E68-9412-B5C7CA87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270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29FAD-6BF1-4F08-8EA3-851702E93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CC5AAA-ED38-4ACC-98A3-90D3B19D1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CA1CEF-7C2E-4162-9B92-400BE599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D51DA3-30B7-4F9D-B06A-CDB8DDF9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398336-B3ED-4A2D-8E5F-849E62646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80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71FE2-6A3A-4E6F-B27F-D7E78D4E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6CAFE7-D7CC-4621-BDC9-C9F6F480B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7BAF6E-FCD2-4799-B94C-4C945CB6D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50DB90-0AE8-49DF-AAF1-C9A997F6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6D793F-32AA-4CC4-AE33-2EC1FA87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0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3B9C2-0996-4C8D-AE20-4B1618B6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65A96A-C083-4C56-8B0C-EAE578D8C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DFFA02-86AB-4C12-AAB6-64CFB7C2B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63F2EB-7975-491B-AEB7-97F921F2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B9E77A-6053-477E-8929-489FE51F8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A45890-A05E-487A-BD35-38457B89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84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AEA93-0000-40FC-B323-1A56E919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DFC93D-33A8-489A-8719-E39CCD08D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675EDB-BFE2-44A0-AB55-A5CE9AFDE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ECEDE2-D9FB-41EA-97A1-4702AB6CF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E4BB61-E9E9-4EB5-AA7A-575680D07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B5A51E9-0BE2-4D54-922B-7CA9ADB8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995A66-2C88-4061-ADF3-7D228DE25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BD7947-CE36-49C3-A8E5-06A643A0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512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3D65E-1FFA-4B42-8BA0-F54E1BF6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4E85B3-2817-4004-A88E-C529C5F0D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C8A2FB2-3BF2-4596-B44A-E305FC4B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24FF4FB-ED03-4542-BDFB-82F6A6F6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02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3547E3-B93B-497E-A01F-635EECBF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842203-A152-4671-B8E9-A6BCA286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86ECC9-1999-4D03-B650-AABC0D82F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849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30569-3B81-42DB-9279-EABE67C95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3B071F-17FA-499E-B5B8-9865A52CE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5938AE-FB35-48A7-8EA9-EFA37CE88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6C0318-E9C4-4AE0-9D38-B405E6CE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FABBCF-7395-44F5-BD85-9C221911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668260-5F10-4F68-83A8-59893A990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71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81EE1-47A3-441E-A88E-ECA72CE7D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613C96-6E5F-4E44-B417-02CE816D6B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29CECD-D8B4-40B3-A758-1A795C6FE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AA0BDF-71F9-4A25-BEBE-F62FAA3F2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DF64DA-46D3-4131-BF0E-D50F223C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58537A-8088-48C9-AA5E-C1BFF685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40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1238C-90D1-4F82-8170-76A0502EC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AF0FAF-B621-44F7-8608-823A5C942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589F9A-C55A-4362-BE41-D8BA9543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C19D72-3F73-40D1-84E3-B94EE56D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A23405-8703-4992-B916-2953CD32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935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3A9F12-B5B8-4C2C-A420-ECE5A35E8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076B54B-57F9-4EBE-A61D-5523E3E01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72FD63-70C0-48CD-9B3D-D9209C567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8EF74C-1F9E-45C6-ABE9-3A047B86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FD00EC-A58E-4D14-92EF-DF9BEE34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41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602A10-476F-4295-AB0B-2671494FD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52ABE3-ED73-4E43-8D66-9883E77F2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C7BB3E-0B2F-40C6-846E-AE327750F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505BC-77FC-4CD1-A50E-70479A9275A0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3A3CCB-2D8A-4FC0-889B-820560E72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8A74B4-6172-4695-9F7F-07A3E2929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9C9E9-AF1B-4C53-B034-40623AA32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57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D9B1F31E-C8E4-4794-A938-B6A1F1014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924" y="643466"/>
            <a:ext cx="5362151" cy="5571067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954EF8-D3B2-4958-A4F8-5591440A6400}"/>
              </a:ext>
            </a:extLst>
          </p:cNvPr>
          <p:cNvSpPr txBox="1"/>
          <p:nvPr/>
        </p:nvSpPr>
        <p:spPr>
          <a:xfrm>
            <a:off x="3025627" y="6214533"/>
            <a:ext cx="6594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https://www.microsoft.com/en-us/download/details.aspx?id=13255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A58B917A-E8E9-4E47-9F66-C84852270CDC}"/>
              </a:ext>
            </a:extLst>
          </p:cNvPr>
          <p:cNvSpPr/>
          <p:nvPr/>
        </p:nvSpPr>
        <p:spPr>
          <a:xfrm rot="13523992">
            <a:off x="8498048" y="4345497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DB6F79-4B1B-46E6-BC91-F69AB26971CF}"/>
              </a:ext>
            </a:extLst>
          </p:cNvPr>
          <p:cNvSpPr txBox="1"/>
          <p:nvPr/>
        </p:nvSpPr>
        <p:spPr>
          <a:xfrm>
            <a:off x="3927060" y="274134"/>
            <a:ext cx="4849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Entrar no site da Microsoft e clicar em download. </a:t>
            </a:r>
          </a:p>
        </p:txBody>
      </p:sp>
    </p:spTree>
    <p:extLst>
      <p:ext uri="{BB962C8B-B14F-4D97-AF65-F5344CB8AC3E}">
        <p14:creationId xmlns:p14="http://schemas.microsoft.com/office/powerpoint/2010/main" val="11303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0857BDF-DF48-4CFC-88AC-C61C4DF53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9526" y="643484"/>
            <a:ext cx="9992948" cy="557103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1F0C714-AC64-4A97-AE40-239EBC4D5A6B}"/>
              </a:ext>
            </a:extLst>
          </p:cNvPr>
          <p:cNvSpPr txBox="1"/>
          <p:nvPr/>
        </p:nvSpPr>
        <p:spPr>
          <a:xfrm>
            <a:off x="3357109" y="274152"/>
            <a:ext cx="5477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AccessDatabaseEngine_X64 e clicar em Next. 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D2757CF1-23C0-4A73-919B-E0B6BB266C7A}"/>
              </a:ext>
            </a:extLst>
          </p:cNvPr>
          <p:cNvSpPr/>
          <p:nvPr/>
        </p:nvSpPr>
        <p:spPr>
          <a:xfrm rot="19145219">
            <a:off x="2315359" y="4043495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9763BB5E-8D9D-4BE5-B859-5FEF3EEEE28F}"/>
              </a:ext>
            </a:extLst>
          </p:cNvPr>
          <p:cNvSpPr/>
          <p:nvPr/>
        </p:nvSpPr>
        <p:spPr>
          <a:xfrm rot="13523992">
            <a:off x="10945667" y="6088699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8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1BDA9EF4-602B-4FBA-B302-875AD06F2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830" y="643466"/>
            <a:ext cx="6390340" cy="557106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5083DB6-EEB5-4A51-BA16-230864EEA283}"/>
              </a:ext>
            </a:extLst>
          </p:cNvPr>
          <p:cNvSpPr txBox="1"/>
          <p:nvPr/>
        </p:nvSpPr>
        <p:spPr>
          <a:xfrm>
            <a:off x="3345535" y="274134"/>
            <a:ext cx="550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Após o download executar o instalador e clicar em Next. 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89DFEB16-5116-4C4E-974D-0718D9C76EA5}"/>
              </a:ext>
            </a:extLst>
          </p:cNvPr>
          <p:cNvSpPr/>
          <p:nvPr/>
        </p:nvSpPr>
        <p:spPr>
          <a:xfrm rot="19145219">
            <a:off x="6803470" y="5989740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130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97F9A454-3C26-4BA4-87F1-4C99782FB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267" y="643466"/>
            <a:ext cx="6417464" cy="557106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67D53CF-37A0-41E9-A06A-D68E78DAB36A}"/>
              </a:ext>
            </a:extLst>
          </p:cNvPr>
          <p:cNvSpPr txBox="1"/>
          <p:nvPr/>
        </p:nvSpPr>
        <p:spPr>
          <a:xfrm>
            <a:off x="4347154" y="280037"/>
            <a:ext cx="349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Aceitar os termos e clicar em Next. 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8AC8C510-D9A2-475F-A6A4-D1209D7CFDD1}"/>
              </a:ext>
            </a:extLst>
          </p:cNvPr>
          <p:cNvSpPr/>
          <p:nvPr/>
        </p:nvSpPr>
        <p:spPr>
          <a:xfrm rot="19145219">
            <a:off x="6962861" y="6014907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1DC49A74-9430-45AB-A09E-4CF0087F04E0}"/>
              </a:ext>
            </a:extLst>
          </p:cNvPr>
          <p:cNvSpPr/>
          <p:nvPr/>
        </p:nvSpPr>
        <p:spPr>
          <a:xfrm rot="19145219">
            <a:off x="3197602" y="5471021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9993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3DE5D91-B242-46BE-B790-4F83EC705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8225" y="648928"/>
            <a:ext cx="6415549" cy="5560142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6D931ABA-916E-4BEF-9AAD-DB053DAAFF17}"/>
              </a:ext>
            </a:extLst>
          </p:cNvPr>
          <p:cNvSpPr/>
          <p:nvPr/>
        </p:nvSpPr>
        <p:spPr>
          <a:xfrm rot="19145219">
            <a:off x="6870583" y="6006518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3C9293-4D66-408C-BA01-3270054307B5}"/>
              </a:ext>
            </a:extLst>
          </p:cNvPr>
          <p:cNvSpPr txBox="1"/>
          <p:nvPr/>
        </p:nvSpPr>
        <p:spPr>
          <a:xfrm>
            <a:off x="4263542" y="274134"/>
            <a:ext cx="366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a pasta e clicar em </a:t>
            </a:r>
            <a:r>
              <a:rPr lang="pt-BR" dirty="0" err="1"/>
              <a:t>Install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81529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0F9F5C30-9DF7-4B35-A544-ACD8993D7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000" y="1824234"/>
            <a:ext cx="6246000" cy="3209531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6971B2C3-41E4-4151-B3F9-BC459647663F}"/>
              </a:ext>
            </a:extLst>
          </p:cNvPr>
          <p:cNvSpPr/>
          <p:nvPr/>
        </p:nvSpPr>
        <p:spPr>
          <a:xfrm rot="19145219">
            <a:off x="5385733" y="4781726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7C4A6CB-D35B-4F17-8242-1577D56DC35E}"/>
              </a:ext>
            </a:extLst>
          </p:cNvPr>
          <p:cNvSpPr txBox="1"/>
          <p:nvPr/>
        </p:nvSpPr>
        <p:spPr>
          <a:xfrm>
            <a:off x="4141875" y="1454902"/>
            <a:ext cx="390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Clicar em OK para finalizar a instalação. </a:t>
            </a:r>
          </a:p>
        </p:txBody>
      </p:sp>
    </p:spTree>
    <p:extLst>
      <p:ext uri="{BB962C8B-B14F-4D97-AF65-F5344CB8AC3E}">
        <p14:creationId xmlns:p14="http://schemas.microsoft.com/office/powerpoint/2010/main" val="17119155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73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Gustavo Schitz da Rocha</dc:creator>
  <cp:lastModifiedBy>MIC-314</cp:lastModifiedBy>
  <cp:revision>13</cp:revision>
  <dcterms:created xsi:type="dcterms:W3CDTF">2019-09-04T18:10:49Z</dcterms:created>
  <dcterms:modified xsi:type="dcterms:W3CDTF">2019-09-06T20:55:08Z</dcterms:modified>
</cp:coreProperties>
</file>