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8C32"/>
    <a:srgbClr val="F37B15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4769F6-F41B-4B96-9B82-4CB3BE7FC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102C74-6A71-452F-A11A-42DD94EDE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255E1D-B0AB-4C05-AF44-074DE73B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DB2-3BE9-4C63-AF19-0AD475A5A94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708F47-55C9-4688-A188-AD3AA2208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015EA8-FBDA-4A15-94D3-F4072AE66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F168-EC5F-4AB2-9F93-90380877C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0155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250A4-5430-4C92-BB5A-8F67FA05B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B87F7A-96AD-4974-B727-30BB259BF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0A96ED-1A13-4F80-B10F-EB283E9DF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DB2-3BE9-4C63-AF19-0AD475A5A94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1CC630-C370-469F-9153-5CD660D90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62BF93-B8E6-4D48-BE61-4C29FCB2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F168-EC5F-4AB2-9F93-90380877C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4278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F4947-835F-45F3-A5DD-75ECF0EF9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AE9297-E884-4CC0-A2F8-15A224D37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231FAF-09B9-4F05-8DD9-83D701FF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DB2-3BE9-4C63-AF19-0AD475A5A94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03EE37-22C2-4322-9111-3FB4735EE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78D7EF-6106-403B-8CD1-86475888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F168-EC5F-4AB2-9F93-90380877C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44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6F02EE-8479-4F97-9355-905DC4942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70716B-BB25-49AE-9685-D30B5AAB3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B8BF1F-AB82-4320-9C7C-58E00685B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1C358B-41B9-45F1-8CFF-897465CB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DB2-3BE9-4C63-AF19-0AD475A5A94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8D0D19-93D0-4606-B56B-7175068B8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AB7E2-3A6F-48C8-BF22-572E58347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F168-EC5F-4AB2-9F93-90380877C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48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F24D5-CB09-4DFA-831D-75016C934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2E8CF5-B593-42BF-A0D8-4B5430B48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57B1CA-ACC8-4D30-9340-7550627D2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7E8AE6-B0C1-4878-8C67-7AF47B982A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CCBBDDA-FA0B-49EC-8CFD-8FDB55BF4C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D84D349-031F-4630-9C18-D10DF9A2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DB2-3BE9-4C63-AF19-0AD475A5A94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CB277E-61B7-46F0-B31E-E263027E4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F47C028-940E-4EAC-AB91-E29365286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F168-EC5F-4AB2-9F93-90380877C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0556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597886-D85B-4D77-9F30-E419DB5CD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3DE00C-EF6F-4695-8F40-562FB06B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DB2-3BE9-4C63-AF19-0AD475A5A94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0B8ADAF-D951-483A-8AC5-2977F465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282C16-6DE9-43D7-A0BF-B1E4D570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F168-EC5F-4AB2-9F93-90380877C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309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F63FC26-551B-4393-A5F8-E5938165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DB2-3BE9-4C63-AF19-0AD475A5A94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045246B-FA38-4E22-92A3-FC756555E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CFACE7-E4DC-4395-B851-7FBBA9BD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F168-EC5F-4AB2-9F93-90380877C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7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85858-D650-44F8-B952-24EE44A64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0E0E62-05AD-45D2-AE05-B12511C1A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6A6A8CA-5AC9-4AF6-884B-CE7FE18A8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590E7F-6FE2-453D-9176-014A43C5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DB2-3BE9-4C63-AF19-0AD475A5A94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1D264E-6C16-4B4D-B2B1-CAE821D7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3804A0-BD89-4963-A816-5D2A3F4F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F168-EC5F-4AB2-9F93-90380877C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857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D8118-FB6E-4994-95C5-31EA41040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62C305D-E499-4E8C-B2BA-C3936C79E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8CC69F-0ABB-451E-A668-CEFB0D57B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70BA6C-8E42-46C0-956F-CAB43213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DB2-3BE9-4C63-AF19-0AD475A5A94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C7ABCB5-0B93-4186-8751-7CF4CB05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99263-2384-469E-B1A3-0C0E85F0F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F168-EC5F-4AB2-9F93-90380877C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355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63DE5C-62E6-4AB9-9C22-B4A6B0B07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9C2F7F-85A9-41A8-9A9B-B942B4C58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FBB03B-F75A-4BC6-B688-039728DD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DB2-3BE9-4C63-AF19-0AD475A5A94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F7A297-F446-4FB6-A166-8F6D9DD15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C915D8-7E7D-4175-95B1-CB4F34DC3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F168-EC5F-4AB2-9F93-90380877C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79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A5C8CD-C919-4EA8-81C0-734706B39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05F641-ABB9-454C-AE57-AD2DA2EEC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1D5D53-5528-42B4-9BAE-6F5445B1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DB2-3BE9-4C63-AF19-0AD475A5A94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87858B-E73A-4413-A1A3-E89B0BE12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7C9916-3F89-484C-92C0-14126A0B2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2F168-EC5F-4AB2-9F93-90380877C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45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F830087-00BB-4C07-BD64-4282AF6AC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CE0BF8-4762-4489-ABB3-D592A40C6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239F9A-0FFB-4824-8CAA-656104FF23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A7DB2-3BE9-4C63-AF19-0AD475A5A94A}" type="datetimeFigureOut">
              <a:rPr lang="pt-BR" smtClean="0"/>
              <a:t>08/09/2020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129287-3F25-4DD1-8951-D3A6DDDB0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BD6337-39D6-4729-B1E6-84D31FCD5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2F168-EC5F-4AB2-9F93-90380877CF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297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2AB07B5-BC28-4C2A-840E-C1A22F71F7D2}"/>
              </a:ext>
            </a:extLst>
          </p:cNvPr>
          <p:cNvSpPr/>
          <p:nvPr/>
        </p:nvSpPr>
        <p:spPr>
          <a:xfrm>
            <a:off x="254836" y="677196"/>
            <a:ext cx="3600000" cy="1440000"/>
          </a:xfrm>
          <a:prstGeom prst="roundRect">
            <a:avLst>
              <a:gd name="adj" fmla="val 16668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A1Pro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B22E221-4A9D-4FFE-B403-A9EB8EB7F32C}"/>
              </a:ext>
            </a:extLst>
          </p:cNvPr>
          <p:cNvSpPr/>
          <p:nvPr/>
        </p:nvSpPr>
        <p:spPr>
          <a:xfrm>
            <a:off x="4296609" y="677196"/>
            <a:ext cx="3600000" cy="1440000"/>
          </a:xfrm>
          <a:prstGeom prst="roundRect">
            <a:avLst>
              <a:gd name="adj" fmla="val 16756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A1Rev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C81AFE1-3529-4D55-843C-95EB30EB9276}"/>
              </a:ext>
            </a:extLst>
          </p:cNvPr>
          <p:cNvSpPr/>
          <p:nvPr/>
        </p:nvSpPr>
        <p:spPr>
          <a:xfrm>
            <a:off x="8338383" y="677196"/>
            <a:ext cx="3600000" cy="1440000"/>
          </a:xfrm>
          <a:prstGeom prst="roundRect">
            <a:avLst>
              <a:gd name="adj" fmla="val 17791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A1Listas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40739E6-BFD6-40D3-8620-B7F554D8D229}"/>
              </a:ext>
            </a:extLst>
          </p:cNvPr>
          <p:cNvSpPr/>
          <p:nvPr/>
        </p:nvSpPr>
        <p:spPr>
          <a:xfrm>
            <a:off x="254836" y="2649066"/>
            <a:ext cx="3600000" cy="1440000"/>
          </a:xfrm>
          <a:prstGeom prst="roundRect">
            <a:avLst>
              <a:gd name="adj" fmla="val 18349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A1Tip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153010C-5E62-40DA-9F66-4FE1CFA10BBC}"/>
              </a:ext>
            </a:extLst>
          </p:cNvPr>
          <p:cNvSpPr/>
          <p:nvPr/>
        </p:nvSpPr>
        <p:spPr>
          <a:xfrm>
            <a:off x="4296609" y="2649066"/>
            <a:ext cx="3600000" cy="1440000"/>
          </a:xfrm>
          <a:prstGeom prst="roundRect">
            <a:avLst>
              <a:gd name="adj" fmla="val 17404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A1Book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F6AF92A-549F-4DF0-8141-E2B8F0688EC5}"/>
              </a:ext>
            </a:extLst>
          </p:cNvPr>
          <p:cNvSpPr/>
          <p:nvPr/>
        </p:nvSpPr>
        <p:spPr>
          <a:xfrm>
            <a:off x="8338383" y="2649066"/>
            <a:ext cx="3600000" cy="1440000"/>
          </a:xfrm>
          <a:prstGeom prst="roundRect">
            <a:avLst>
              <a:gd name="adj" fmla="val 16364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A1Load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7BF856F-6F5B-4B15-901F-CD9AF211AB12}"/>
              </a:ext>
            </a:extLst>
          </p:cNvPr>
          <p:cNvSpPr/>
          <p:nvPr/>
        </p:nvSpPr>
        <p:spPr>
          <a:xfrm>
            <a:off x="254836" y="4620936"/>
            <a:ext cx="3679601" cy="1439999"/>
          </a:xfrm>
          <a:prstGeom prst="roundRect">
            <a:avLst>
              <a:gd name="adj" fmla="val 18439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A1RoboDoc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F8B2132-9F82-49FB-AECD-748C4BECDE5F}"/>
              </a:ext>
            </a:extLst>
          </p:cNvPr>
          <p:cNvSpPr/>
          <p:nvPr/>
        </p:nvSpPr>
        <p:spPr>
          <a:xfrm>
            <a:off x="4296609" y="4620936"/>
            <a:ext cx="3600000" cy="1440000"/>
          </a:xfrm>
          <a:prstGeom prst="roundRect">
            <a:avLst>
              <a:gd name="adj" fmla="val 17665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A1FlxDoc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4EA4609-0685-4625-BDD6-9B8EAE6EA27A}"/>
              </a:ext>
            </a:extLst>
          </p:cNvPr>
          <p:cNvSpPr/>
          <p:nvPr/>
        </p:nvSpPr>
        <p:spPr>
          <a:xfrm>
            <a:off x="8338383" y="4620936"/>
            <a:ext cx="3600000" cy="1440000"/>
          </a:xfrm>
          <a:prstGeom prst="roundRect">
            <a:avLst>
              <a:gd name="adj" fmla="val 15199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A1Manual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40227A0-1D20-40C7-A4B1-E15CDC799F41}"/>
              </a:ext>
            </a:extLst>
          </p:cNvPr>
          <p:cNvSpPr/>
          <p:nvPr/>
        </p:nvSpPr>
        <p:spPr>
          <a:xfrm>
            <a:off x="4256199" y="3635002"/>
            <a:ext cx="3679601" cy="1439999"/>
          </a:xfrm>
          <a:prstGeom prst="roundRect">
            <a:avLst>
              <a:gd name="adj" fmla="val 18439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A1Web</a:t>
            </a:r>
          </a:p>
        </p:txBody>
      </p:sp>
    </p:spTree>
    <p:extLst>
      <p:ext uri="{BB962C8B-B14F-4D97-AF65-F5344CB8AC3E}">
        <p14:creationId xmlns:p14="http://schemas.microsoft.com/office/powerpoint/2010/main" val="31272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5C76166-C161-497B-BD60-FECE4961D0E5}"/>
              </a:ext>
            </a:extLst>
          </p:cNvPr>
          <p:cNvSpPr/>
          <p:nvPr/>
        </p:nvSpPr>
        <p:spPr>
          <a:xfrm>
            <a:off x="1117181" y="727987"/>
            <a:ext cx="3600000" cy="1440000"/>
          </a:xfrm>
          <a:prstGeom prst="roundRect">
            <a:avLst>
              <a:gd name="adj" fmla="val 17404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Consultar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03BD91A-833F-4A03-A7A3-55E30A2160EF}"/>
              </a:ext>
            </a:extLst>
          </p:cNvPr>
          <p:cNvSpPr/>
          <p:nvPr/>
        </p:nvSpPr>
        <p:spPr>
          <a:xfrm>
            <a:off x="1117181" y="2499462"/>
            <a:ext cx="3600000" cy="1440000"/>
          </a:xfrm>
          <a:prstGeom prst="roundRect">
            <a:avLst>
              <a:gd name="adj" fmla="val 17404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Cadastrar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1E5BC70-09DD-4788-9037-7C1053B58E4D}"/>
              </a:ext>
            </a:extLst>
          </p:cNvPr>
          <p:cNvSpPr/>
          <p:nvPr/>
        </p:nvSpPr>
        <p:spPr>
          <a:xfrm>
            <a:off x="6453978" y="2063234"/>
            <a:ext cx="3600000" cy="1440000"/>
          </a:xfrm>
          <a:prstGeom prst="roundRect">
            <a:avLst>
              <a:gd name="adj" fmla="val 17404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Gerar LD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EA98E686-61E2-4CF6-ABDC-36FA8A4485B2}"/>
              </a:ext>
            </a:extLst>
          </p:cNvPr>
          <p:cNvSpPr/>
          <p:nvPr/>
        </p:nvSpPr>
        <p:spPr>
          <a:xfrm>
            <a:off x="6453978" y="3834709"/>
            <a:ext cx="3600000" cy="1440000"/>
          </a:xfrm>
          <a:prstGeom prst="roundRect">
            <a:avLst>
              <a:gd name="adj" fmla="val 17404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C234D15-26B3-4C13-9964-F699944AC9CF}"/>
              </a:ext>
            </a:extLst>
          </p:cNvPr>
          <p:cNvSpPr/>
          <p:nvPr/>
        </p:nvSpPr>
        <p:spPr>
          <a:xfrm>
            <a:off x="-682819" y="5281832"/>
            <a:ext cx="1800000" cy="1440000"/>
          </a:xfrm>
          <a:prstGeom prst="roundRect">
            <a:avLst>
              <a:gd name="adj" fmla="val 17404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E838A70-2BF7-4DC2-8C59-E073A6977AAE}"/>
              </a:ext>
            </a:extLst>
          </p:cNvPr>
          <p:cNvSpPr/>
          <p:nvPr/>
        </p:nvSpPr>
        <p:spPr>
          <a:xfrm>
            <a:off x="5747904" y="143291"/>
            <a:ext cx="3600000" cy="1440000"/>
          </a:xfrm>
          <a:prstGeom prst="roundRect">
            <a:avLst>
              <a:gd name="adj" fmla="val 16756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A1RevPDF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9866D46-4B6C-4010-ACF8-62BAEFC33932}"/>
              </a:ext>
            </a:extLst>
          </p:cNvPr>
          <p:cNvSpPr/>
          <p:nvPr/>
        </p:nvSpPr>
        <p:spPr>
          <a:xfrm>
            <a:off x="6186929" y="5418000"/>
            <a:ext cx="3600000" cy="1440000"/>
          </a:xfrm>
          <a:prstGeom prst="roundRect">
            <a:avLst>
              <a:gd name="adj" fmla="val 17404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Unzip</a:t>
            </a:r>
            <a:endParaRPr lang="pt-BR" sz="4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75ED964-E2C6-4BF7-90E7-6245C1B4091A}"/>
              </a:ext>
            </a:extLst>
          </p:cNvPr>
          <p:cNvSpPr/>
          <p:nvPr/>
        </p:nvSpPr>
        <p:spPr>
          <a:xfrm>
            <a:off x="1185968" y="3677471"/>
            <a:ext cx="3600000" cy="1440000"/>
          </a:xfrm>
          <a:prstGeom prst="roundRect">
            <a:avLst>
              <a:gd name="adj" fmla="val 17404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New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32FB988-E99E-4115-AC49-DD35E9C53F12}"/>
              </a:ext>
            </a:extLst>
          </p:cNvPr>
          <p:cNvSpPr/>
          <p:nvPr/>
        </p:nvSpPr>
        <p:spPr>
          <a:xfrm>
            <a:off x="3410449" y="5136808"/>
            <a:ext cx="3600000" cy="1440000"/>
          </a:xfrm>
          <a:prstGeom prst="roundRect">
            <a:avLst>
              <a:gd name="adj" fmla="val 17404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 Letra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C34BFBF-97D5-4BC7-886B-7C693D3EC31D}"/>
              </a:ext>
            </a:extLst>
          </p:cNvPr>
          <p:cNvSpPr/>
          <p:nvPr/>
        </p:nvSpPr>
        <p:spPr>
          <a:xfrm>
            <a:off x="1185968" y="5281832"/>
            <a:ext cx="1800000" cy="1440000"/>
          </a:xfrm>
          <a:prstGeom prst="roundRect">
            <a:avLst>
              <a:gd name="adj" fmla="val 17404"/>
            </a:avLst>
          </a:prstGeom>
          <a:solidFill>
            <a:srgbClr val="F58C32"/>
          </a:solidFill>
          <a:ln>
            <a:solidFill>
              <a:schemeClr val="tx1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</a:t>
            </a:r>
          </a:p>
        </p:txBody>
      </p:sp>
    </p:spTree>
    <p:extLst>
      <p:ext uri="{BB962C8B-B14F-4D97-AF65-F5344CB8AC3E}">
        <p14:creationId xmlns:p14="http://schemas.microsoft.com/office/powerpoint/2010/main" val="39580337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2337</TotalTime>
  <Words>23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Feliciano Filho</dc:creator>
  <cp:lastModifiedBy>Marcelo Feliciano Filho</cp:lastModifiedBy>
  <cp:revision>28</cp:revision>
  <dcterms:created xsi:type="dcterms:W3CDTF">2019-12-04T13:21:23Z</dcterms:created>
  <dcterms:modified xsi:type="dcterms:W3CDTF">2020-09-08T12:53:10Z</dcterms:modified>
</cp:coreProperties>
</file>